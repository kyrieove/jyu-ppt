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1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slideMaster" Target="slideMasters/slideMaster2.xml"/>
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f7bc0255d1acaddc.svg"/>
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195f664cc02cc064.svg"/>
  <Relationship Id="rId3" Type="http://schemas.openxmlformats.org/officeDocument/2006/relationships/image" Target="../media/image_13c94d9464751ead.svg"/>
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f7bc0255d1acaddc.svg"/>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127" y="419100"/>
            <a:ext cx="1777651" cy="1151954"/>
          </a:xfrm>
          <a:prstGeom prst="rect">
            <a:avLst/>
          </a:prstGeom>
        </p:spPr>
      </p:pic>
      <p:sp>
        <p:nvSpPr>
          <p:cNvPr id="3" name="cover-gold-rule Layout"/>
          <p:cNvSpPr/>
          <p:nvPr/>
        </p:nvSpPr>
        <p:spPr>
          <a:xfrm>
            <a:off x="5715000" y="1771650"/>
            <a:ext cx="762000" cy="28575"/>
          </a:xfrm>
          <a:prstGeom prst="rect">
            <a:avLst/>
          </a:prstGeom>
          <a:solidFill>
            <a:srgbClr val="C29A5B"/>
          </a:solidFill>
          <a:ln>
            <a:noFill/>
          </a:ln>
        </p:spPr>
      </p:sp>
      <p:sp>
        <p:nvSpPr>
          <p:cNvPr id="4" name="cover-title-slot Placeholder"/>
          <p:cNvSpPr>
            <a:spLocks noGrp="1"/>
          </p:cNvSpPr>
          <p:nvPr>
            <p:ph type="title"/>
          </p:nvPr>
        </p:nvSpPr>
        <p:spPr>
          <a:xfrm>
            <a:off x="1333500" y="1962150"/>
            <a:ext cx="9525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850"/>
            </a:lvl1pPr>
          </a:lstStyle>
          <a:p>
            <a:pPr algn="ctr"/>
            <a:r>
              <a:rPr lang="en-US" sz="2850" b="1" dirty="0">
                <a:solidFill>
                  <a:srgbClr val="FFFFFF"/>
                </a:solidFill>
                <a:latin typeface="Aleo"/>
                <a:ea typeface="Aleo"/>
                <a:cs typeface="Aleo"/>
              </a:rPr>
              <a:t>Click to add title</a:t>
            </a:r>
            <a:endParaRPr lang="en-US"/>
          </a:p>
        </p:txBody>
      </p:sp>
      <p:sp>
        <p:nvSpPr>
          <p:cNvPr id="5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1333500" y="3352800"/>
            <a:ext cx="952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en-US" sz="195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Click to add subtitle</a:t>
            </a:r>
            <a:endParaRPr lang="en-US"/>
          </a:p>
        </p:txBody>
      </p:sp>
      <p:sp>
        <p:nvSpPr>
          <p:cNvPr id="6" name="cover-presenter-slot Placeholder"/>
          <p:cNvSpPr>
            <a:spLocks noGrp="1"/>
          </p:cNvSpPr>
          <p:nvPr>
            <p:ph type="body" idx="2"/>
          </p:nvPr>
        </p:nvSpPr>
        <p:spPr>
          <a:xfrm>
            <a:off x="2286000" y="42481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ctr"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Click to add text</a:t>
            </a:r>
            <a:endParaRPr lang="en-US"/>
          </a:p>
        </p:txBody>
      </p:sp>
      <p:sp>
        <p:nvSpPr>
          <p:cNvPr id="7" name="cover-affiliation-slot Placeholder"/>
          <p:cNvSpPr>
            <a:spLocks noGrp="1"/>
          </p:cNvSpPr>
          <p:nvPr>
            <p:ph type="body" idx="3"/>
          </p:nvPr>
        </p:nvSpPr>
        <p:spPr>
          <a:xfrm>
            <a:off x="1809750" y="48768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ctr" marL="0" indent="0">
              <a:buNone/>
            </a:pPr>
            <a:r>
              <a:rPr lang="en-US" sz="1350" dirty="0">
                <a:solidFill>
                  <a:srgbClr val="C7C9C8"/>
                </a:solidFill>
                <a:latin typeface="Lato"/>
                <a:ea typeface="Lato"/>
                <a:cs typeface="Lato"/>
              </a:rPr>
              <a:t>Click to add text</a:t>
            </a:r>
            <a:endParaRPr lang="en-US"/>
          </a:p>
        </p:txBody>
      </p:sp>
      <p:sp>
        <p:nvSpPr>
          <p:cNvPr id="8" name="cover-citation-slot Placeholder"/>
          <p:cNvSpPr>
            <a:spLocks noGrp="1"/>
          </p:cNvSpPr>
          <p:nvPr>
            <p:ph type="body" idx="5"/>
          </p:nvPr>
        </p:nvSpPr>
        <p:spPr>
          <a:xfrm>
            <a:off x="2286000" y="569595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rgbClr val="8094AB"/>
                </a:solidFill>
                <a:latin typeface="Lato"/>
                <a:ea typeface="Lato"/>
                <a:cs typeface="Lato"/>
              </a:rPr>
              <a:t>Click to add text</a:t>
            </a:r>
            <a:endParaRPr lang="en-US"/>
          </a:p>
        </p:txBody>
      </p:sp>
      <p:sp>
        <p:nvSpPr>
          <p:cNvPr id="9" name="cover-partner-logo-slot Placeholder"/>
          <p:cNvSpPr>
            <a:spLocks noGrp="1"/>
          </p:cNvSpPr>
          <p:nvPr>
            <p:ph type="obj" idx="4"/>
          </p:nvPr>
        </p:nvSpPr>
        <p:spPr>
          <a:xfrm>
            <a:off x="10477500" y="5257800"/>
            <a:ext cx="1143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</p:spTree>
    <p:extLst>
      <p:ext uri="{BB962C8B-B14F-4D97-AF65-F5344CB8AC3E}">
        <p14:creationId val="343168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pter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1077754" cy="428625"/>
          </a:xfrm>
          <a:prstGeom prst="rect">
            <a:avLst/>
          </a:prstGeom>
        </p:spPr>
      </p:pic>
      <p:pic>
        <p:nvPicPr>
          <p:cNvPr id="3" name="chapter-torch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0" y="1905000"/>
            <a:ext cx="1006888" cy="2286000"/>
          </a:xfrm>
          <a:prstGeom prst="rect">
            <a:avLst/>
          </a:prstGeom>
        </p:spPr>
      </p:pic>
      <p:sp>
        <p:nvSpPr>
          <p:cNvPr id="4" name="chapter-part-label Layout"/>
          <p:cNvSpPr txBox="1"/>
          <p:nvPr/>
        </p:nvSpPr>
        <p:spPr>
          <a:xfrm>
            <a:off x="602742" y="2711768"/>
            <a:ext cx="457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C29A5B"/>
                </a:solidFill>
                <a:latin typeface="Lato"/>
                <a:ea typeface="Lato"/>
                <a:cs typeface="Lato"/>
              </a:rPr>
              <a:t>PART</a:t>
            </a:r>
          </a:p>
        </p:txBody>
      </p:sp>
      <p:sp>
        <p:nvSpPr>
          <p:cNvPr id="5" name="chapter-gold-rule Layout"/>
          <p:cNvSpPr/>
          <p:nvPr/>
        </p:nvSpPr>
        <p:spPr>
          <a:xfrm>
            <a:off x="609600" y="4305300"/>
            <a:ext cx="762000" cy="28575"/>
          </a:xfrm>
          <a:prstGeom prst="rect">
            <a:avLst/>
          </a:prstGeom>
          <a:solidFill>
            <a:srgbClr val="C29A5B"/>
          </a:solidFill>
          <a:ln>
            <a:noFill/>
          </a:ln>
        </p:spPr>
      </p:sp>
      <p:sp>
        <p:nvSpPr>
          <p:cNvPr id="6" name="chapter-num-slot Placeholder"/>
          <p:cNvSpPr>
            <a:spLocks noGrp="1"/>
          </p:cNvSpPr>
          <p:nvPr>
            <p:ph type="body" idx="1"/>
          </p:nvPr>
        </p:nvSpPr>
        <p:spPr>
          <a:xfrm>
            <a:off x="609600" y="2952750"/>
            <a:ext cx="3048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0"/>
            </a:lvl1pPr>
          </a:lstStyle>
          <a:p>
            <a:pPr algn="l" marL="0" indent="0">
              <a:buNone/>
            </a:pPr>
            <a:r>
              <a:rPr lang="en-US" sz="9000" b="1" dirty="0">
                <a:solidFill>
                  <a:srgbClr val="F1563F"/>
                </a:solidFill>
                <a:latin typeface="Aleo"/>
                <a:ea typeface="Aleo"/>
                <a:cs typeface="Aleo"/>
              </a:rPr>
              <a:t>Click to add text</a:t>
            </a:r>
            <a:endParaRPr lang="en-US"/>
          </a:p>
        </p:txBody>
      </p:sp>
      <p:sp>
        <p:nvSpPr>
          <p:cNvPr id="7" name="chapter-title-slot Placeholder"/>
          <p:cNvSpPr>
            <a:spLocks noGrp="1"/>
          </p:cNvSpPr>
          <p:nvPr>
            <p:ph type="title"/>
          </p:nvPr>
        </p:nvSpPr>
        <p:spPr>
          <a:xfrm>
            <a:off x="609600" y="4457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rgbClr val="FFFFFF"/>
                </a:solidFill>
                <a:latin typeface="Aleo"/>
                <a:ea typeface="Aleo"/>
                <a:cs typeface="Aleo"/>
              </a:rPr>
              <a:t>Click to add title</a:t>
            </a:r>
            <a:endParaRPr lang="en-US"/>
          </a:p>
        </p:txBody>
      </p:sp>
      <p:sp>
        <p:nvSpPr>
          <p:cNvPr id="8" name="chapter-desc-slot Placeholder"/>
          <p:cNvSpPr>
            <a:spLocks noGrp="1"/>
          </p:cNvSpPr>
          <p:nvPr>
            <p:ph type="subTitle" idx="2"/>
          </p:nvPr>
        </p:nvSpPr>
        <p:spPr>
          <a:xfrm>
            <a:off x="609600" y="525780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C7C9C8"/>
                </a:solidFill>
                <a:latin typeface="Lato"/>
                <a:ea typeface="Lato"/>
                <a:cs typeface="Lato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228156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title-rule Layout"/>
          <p:cNvSpPr/>
          <p:nvPr/>
        </p:nvSpPr>
        <p:spPr>
          <a:xfrm>
            <a:off x="457200" y="1390650"/>
            <a:ext cx="11277600" cy="9525"/>
          </a:xfrm>
          <a:prstGeom prst="rect">
            <a:avLst/>
          </a:prstGeom>
          <a:solidFill>
            <a:srgbClr val="C7C9C8"/>
          </a:solidFill>
          <a:ln>
            <a:noFill/>
          </a:ln>
        </p:spPr>
      </p:sp>
      <p:sp>
        <p:nvSpPr>
          <p:cNvPr id="3" name="kicker-slot Placeholder"/>
          <p:cNvSpPr>
            <a:spLocks noGrp="1"/>
          </p:cNvSpPr>
          <p:nvPr>
            <p:ph type="body" idx="1"/>
          </p:nvPr>
        </p:nvSpPr>
        <p:spPr>
          <a:xfrm>
            <a:off x="457200" y="36195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b="1" spc="112" dirty="0">
                <a:solidFill>
                  <a:srgbClr val="F1563F"/>
                </a:solidFill>
                <a:latin typeface="Lato"/>
                <a:ea typeface="Lato"/>
                <a:cs typeface="Lato"/>
              </a:rPr>
              <a:t>Click to add text</a:t>
            </a:r>
            <a:endParaRPr lang="en-US"/>
          </a:p>
        </p:txBody>
      </p:sp>
      <p:sp>
        <p:nvSpPr>
          <p:cNvPr id="4" name="page-title-slot Placeholder"/>
          <p:cNvSpPr>
            <a:spLocks noGrp="1"/>
          </p:cNvSpPr>
          <p:nvPr>
            <p:ph type="title"/>
          </p:nvPr>
        </p:nvSpPr>
        <p:spPr>
          <a:xfrm>
            <a:off x="457200" y="6096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002957"/>
                </a:solidFill>
                <a:latin typeface="Aleo"/>
                <a:ea typeface="Aleo"/>
                <a:cs typeface="Aleo"/>
              </a:rPr>
              <a:t>Click to add title</a:t>
            </a:r>
            <a:endParaRPr lang="en-US"/>
          </a:p>
        </p:txBody>
      </p:sp>
      <p:sp>
        <p:nvSpPr>
          <p:cNvPr id="5" name="footer-num-slot Placeholder"/>
          <p:cNvSpPr>
            <a:spLocks noGrp="1"/>
          </p:cNvSpPr>
          <p:nvPr>
            <p:ph type="sldNum" idx="12"/>
          </p:nvPr>
        </p:nvSpPr>
        <p:spPr>
          <a:xfrm>
            <a:off x="457200" y="6534150"/>
            <a:ext cx="3429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fld id="{73EE019B-F262-4811-9F67-C6226B4DE894}" type="slidenum">
              <a:rPr lang="en-US" sz="1050" dirty="0">
                <a:solidFill>
                  <a:srgbClr val="8094AB"/>
                </a:solidFill>
                <a:latin typeface="Lato"/>
                <a:ea typeface="Lato"/>
                <a:cs typeface="Lato"/>
              </a:rPr>
              <a:t>‹#›</a:t>
            </a:fld>
            <a:endParaRPr lang="en-US"/>
          </a:p>
        </p:txBody>
      </p:sp>
      <p:sp>
        <p:nvSpPr>
          <p:cNvPr id="6" name="footer-source-slot Placeholder"/>
          <p:cNvSpPr>
            <a:spLocks noGrp="1"/>
          </p:cNvSpPr>
          <p:nvPr>
            <p:ph type="body" idx="9"/>
          </p:nvPr>
        </p:nvSpPr>
        <p:spPr>
          <a:xfrm>
            <a:off x="838200" y="65341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8094AB"/>
                </a:solidFill>
                <a:latin typeface="Lato"/>
                <a:ea typeface="Lato"/>
                <a:cs typeface="Lato"/>
              </a:rPr>
              <a:t>Click to add text</a:t>
            </a:r>
            <a:endParaRPr lang="en-US"/>
          </a:p>
        </p:txBody>
      </p:sp>
      <p:sp>
        <p:nvSpPr>
          <p:cNvPr id="7" name="footer-brand-slot Placeholder"/>
          <p:cNvSpPr>
            <a:spLocks noGrp="1"/>
          </p:cNvSpPr>
          <p:nvPr>
            <p:ph type="ftr" idx="11"/>
          </p:nvPr>
        </p:nvSpPr>
        <p:spPr>
          <a:xfrm>
            <a:off x="8382000" y="6534150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r>
              <a:rPr lang="en-US" sz="1050" dirty="0">
                <a:solidFill>
                  <a:srgbClr val="8094AB"/>
                </a:solidFill>
                <a:latin typeface="Lato"/>
                <a:ea typeface="Lato"/>
                <a:cs typeface="Lato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3766692552"/>
      </p:ext>
    </p:extLst>
  </p:cSld>
  <p:clrMapOvr>
    <a:masterClrMapping/>
  </p:clrMapOvr>
  <p:hf hdr="0" dt="0" ftr="1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nding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127" y="419100"/>
            <a:ext cx="1777651" cy="1151954"/>
          </a:xfrm>
          <a:prstGeom prst="rect">
            <a:avLst/>
          </a:prstGeom>
        </p:spPr>
      </p:pic>
      <p:sp>
        <p:nvSpPr>
          <p:cNvPr id="3" name="ending-gold-rule Layout"/>
          <p:cNvSpPr/>
          <p:nvPr/>
        </p:nvSpPr>
        <p:spPr>
          <a:xfrm>
            <a:off x="5715000" y="1752600"/>
            <a:ext cx="762000" cy="28575"/>
          </a:xfrm>
          <a:prstGeom prst="rect">
            <a:avLst/>
          </a:prstGeom>
          <a:solidFill>
            <a:srgbClr val="C29A5B"/>
          </a:solidFill>
          <a:ln>
            <a:noFill/>
          </a:ln>
        </p:spPr>
      </p:sp>
      <p:sp>
        <p:nvSpPr>
          <p:cNvPr id="4" name="ending-title-slot Placeholder"/>
          <p:cNvSpPr>
            <a:spLocks noGrp="1"/>
          </p:cNvSpPr>
          <p:nvPr>
            <p:ph type="title"/>
          </p:nvPr>
        </p:nvSpPr>
        <p:spPr>
          <a:xfrm>
            <a:off x="1333500" y="1943100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ctr"/>
            <a:r>
              <a:rPr lang="en-US" sz="3150" b="1" dirty="0">
                <a:solidFill>
                  <a:srgbClr val="FFFFFF"/>
                </a:solidFill>
                <a:latin typeface="Aleo"/>
                <a:ea typeface="Aleo"/>
                <a:cs typeface="Aleo"/>
              </a:rPr>
              <a:t>Click to add title</a:t>
            </a:r>
            <a:endParaRPr lang="en-US"/>
          </a:p>
        </p:txBody>
      </p:sp>
      <p:sp>
        <p:nvSpPr>
          <p:cNvPr id="5" name="ending-subtitle-slot Placeholder"/>
          <p:cNvSpPr>
            <a:spLocks noGrp="1"/>
          </p:cNvSpPr>
          <p:nvPr>
            <p:ph type="subTitle" idx="1"/>
          </p:nvPr>
        </p:nvSpPr>
        <p:spPr>
          <a:xfrm>
            <a:off x="1333500" y="257175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ctr" marL="0" indent="0">
              <a:buNone/>
            </a:pPr>
            <a:r>
              <a:rPr lang="en-US" sz="1800" dirty="0">
                <a:solidFill>
                  <a:srgbClr val="C29A5B"/>
                </a:solidFill>
                <a:latin typeface="Lato"/>
                <a:ea typeface="Lato"/>
                <a:cs typeface="Lato"/>
              </a:rPr>
              <a:t>Click to add subtitle</a:t>
            </a:r>
            <a:endParaRPr lang="en-US"/>
          </a:p>
        </p:txBody>
      </p:sp>
      <p:sp>
        <p:nvSpPr>
          <p:cNvPr id="6" name="ending-presenter-slot Placeholder"/>
          <p:cNvSpPr>
            <a:spLocks noGrp="1"/>
          </p:cNvSpPr>
          <p:nvPr>
            <p:ph type="body" idx="2"/>
          </p:nvPr>
        </p:nvSpPr>
        <p:spPr>
          <a:xfrm>
            <a:off x="2286000" y="4991100"/>
            <a:ext cx="762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ctr"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Click to add text</a:t>
            </a:r>
            <a:endParaRPr lang="en-US"/>
          </a:p>
        </p:txBody>
      </p:sp>
      <p:sp>
        <p:nvSpPr>
          <p:cNvPr id="7" name="ending-affiliation-slot Placeholder"/>
          <p:cNvSpPr>
            <a:spLocks noGrp="1"/>
          </p:cNvSpPr>
          <p:nvPr>
            <p:ph type="body" idx="3"/>
          </p:nvPr>
        </p:nvSpPr>
        <p:spPr>
          <a:xfrm>
            <a:off x="1809750" y="537210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dirty="0">
                <a:solidFill>
                  <a:srgbClr val="C7C9C8"/>
                </a:solidFill>
                <a:latin typeface="Lato"/>
                <a:ea typeface="Lato"/>
                <a:cs typeface="Lato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67983534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5.xml"/>
</Relationships>
</file>

<file path=ppt/slideMasters/_rels/slideMaster2.xml.rels><?xml version='1.0' encoding='UTF-8' standalone='yes'?>
<Relationships xmlns="http://schemas.openxmlformats.org/package/2006/relationships"><Relationship Id="rId12" Type="http://schemas.openxmlformats.org/officeDocument/2006/relationships/theme" Target="../theme/theme2.xml"/>  <Relationship Id="rId13" Type="http://schemas.openxmlformats.org/officeDocument/2006/relationships/slideLayout" Target="../slideLayouts/slideLayout14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JYU Dark">
    <p:bg>
      <p:bgPr>
        <a:solidFill>
          <a:srgbClr val="0029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-master-strip-coral Master"/>
          <p:cNvSpPr/>
          <p:nvPr/>
        </p:nvSpPr>
        <p:spPr>
          <a:xfrm>
            <a:off x="3048000" y="6705600"/>
            <a:ext cx="3048000" cy="152400"/>
          </a:xfrm>
          <a:prstGeom prst="rect">
            <a:avLst/>
          </a:prstGeom>
          <a:solidFill>
            <a:srgbClr val="F1563F"/>
          </a:solidFill>
          <a:ln>
            <a:noFill/>
          </a:ln>
        </p:spPr>
      </p:sp>
      <p:sp>
        <p:nvSpPr>
          <p:cNvPr id="3" name="dark-master-strip-gold Master"/>
          <p:cNvSpPr/>
          <p:nvPr/>
        </p:nvSpPr>
        <p:spPr>
          <a:xfrm>
            <a:off x="6096000" y="6705600"/>
            <a:ext cx="3048000" cy="152400"/>
          </a:xfrm>
          <a:prstGeom prst="rect">
            <a:avLst/>
          </a:prstGeom>
          <a:solidFill>
            <a:srgbClr val="C29A5B"/>
          </a:solidFill>
          <a:ln>
            <a:noFill/>
          </a:ln>
        </p:spPr>
      </p:sp>
      <p:sp>
        <p:nvSpPr>
          <p:cNvPr id="4" name="dark-master-strip-grey Master"/>
          <p:cNvSpPr/>
          <p:nvPr/>
        </p:nvSpPr>
        <p:spPr>
          <a:xfrm>
            <a:off x="9144000" y="6705600"/>
            <a:ext cx="3048000" cy="152400"/>
          </a:xfrm>
          <a:prstGeom prst="rect">
            <a:avLst/>
          </a:prstGeom>
          <a:solidFill>
            <a:srgbClr val="C7C9C8"/>
          </a:solidFill>
          <a:ln>
            <a:noFill/>
          </a:ln>
        </p:spPr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3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JYU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70042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f7bc0255d1acaddc.svg"/>
  <Relationship Id="rId3" Type="http://schemas.openxmlformats.org/officeDocument/2006/relationships/image" Target="../media/image_3836111d88d77a1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195f664cc02cc064.svg"/>
  <Relationship Id="rId3" Type="http://schemas.openxmlformats.org/officeDocument/2006/relationships/image" Target="../media/image_13c94d9464751ead.sv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image" Target="../media/image_f7bc0255d1acaddc.svg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ver-title-slot Placeholder Carrier"/>
          <p:cNvSpPr txBox="1"/>
          <p:nvPr>
            <p:ph type="title"/>
          </p:nvPr>
        </p:nvSpPr>
        <p:spPr>
          <a:xfrm>
            <a:off x="1333500" y="1962150"/>
            <a:ext cx="9525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2850" b="1" dirty="0">
                <a:solidFill>
                  <a:srgbClr val="FFFFFF"/>
                </a:solidFill>
                <a:latin typeface="Aleo"/>
                <a:ea typeface="Aleo"/>
                <a:cs typeface="Aleo"/>
              </a:rPr>
              <a:t>Title</a:t>
            </a:r>
          </a:p>
        </p:txBody>
      </p:sp>
      <p:sp>
        <p:nvSpPr>
          <p:cNvPr id="9" name="cover-subtitle-slot Placeholder Carrier"/>
          <p:cNvSpPr txBox="1"/>
          <p:nvPr>
            <p:ph type="subTitle" idx="1"/>
          </p:nvPr>
        </p:nvSpPr>
        <p:spPr>
          <a:xfrm>
            <a:off x="1333500" y="3352800"/>
            <a:ext cx="952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95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Subtitle</a:t>
            </a:r>
          </a:p>
        </p:txBody>
      </p:sp>
      <p:sp>
        <p:nvSpPr>
          <p:cNvPr id="10" name="cover-presenter-slot Placeholder Carrier"/>
          <p:cNvSpPr txBox="1"/>
          <p:nvPr>
            <p:ph type="body" idx="2"/>
          </p:nvPr>
        </p:nvSpPr>
        <p:spPr>
          <a:xfrm>
            <a:off x="2286000" y="42481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Author</a:t>
            </a:r>
          </a:p>
        </p:txBody>
      </p:sp>
      <p:sp>
        <p:nvSpPr>
          <p:cNvPr id="11" name="cover-affiliation-slot Placeholder Carrier"/>
          <p:cNvSpPr txBox="1"/>
          <p:nvPr>
            <p:ph type="body" idx="3"/>
          </p:nvPr>
        </p:nvSpPr>
        <p:spPr>
          <a:xfrm>
            <a:off x="1809750" y="48768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350" dirty="0">
                <a:solidFill>
                  <a:srgbClr val="C7C9C8"/>
                </a:solidFill>
                <a:latin typeface="Lato"/>
                <a:ea typeface="Lato"/>
                <a:cs typeface="Lato"/>
              </a:rPr>
              <a:t>Affiliation</a:t>
            </a:r>
          </a:p>
        </p:txBody>
      </p:sp>
      <p:sp>
        <p:nvSpPr>
          <p:cNvPr id="12" name="cover-citation-slot Placeholder Carrier"/>
          <p:cNvSpPr txBox="1"/>
          <p:nvPr>
            <p:ph type="body" idx="5"/>
          </p:nvPr>
        </p:nvSpPr>
        <p:spPr>
          <a:xfrm>
            <a:off x="2286000" y="569595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rgbClr val="8094AB"/>
                </a:solidFill>
                <a:latin typeface="Lato"/>
                <a:ea typeface="Lato"/>
                <a:cs typeface="Lato"/>
              </a:rPr>
              <a:t>Source</a:t>
            </a:r>
          </a:p>
        </p:txBody>
      </p:sp>
      <p:pic>
        <p:nvPicPr>
          <p:cNvPr id="13" name="cover-partner-logo-slot Placeholder Carrier"/>
          <p:cNvPicPr>
            <a:picLocks noChangeAspect="1"/>
          </p:cNvPicPr>
          <p:nvPr>
            <p:ph idx="4"/>
          </p:nvPr>
        </p:nvPicPr>
        <p:blipFill>
          <a:blip r:embed="rId3"/>
          <a:stretch>
            <a:fillRect/>
          </a:stretch>
        </p:blipFill>
        <p:spPr>
          <a:xfrm>
            <a:off x="10477500" y="525780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-num-slot Placeholder Carrier"/>
          <p:cNvSpPr txBox="1"/>
          <p:nvPr>
            <p:ph type="body" idx="1"/>
          </p:nvPr>
        </p:nvSpPr>
        <p:spPr>
          <a:xfrm>
            <a:off x="609600" y="2952750"/>
            <a:ext cx="30480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9000" b="1" dirty="0">
                <a:solidFill>
                  <a:srgbClr val="F1563F"/>
                </a:solidFill>
                <a:latin typeface="Aleo"/>
                <a:ea typeface="Aleo"/>
                <a:cs typeface="Aleo"/>
              </a:rPr>
              <a:t>01</a:t>
            </a:r>
          </a:p>
        </p:txBody>
      </p:sp>
      <p:sp>
        <p:nvSpPr>
          <p:cNvPr id="11" name="chapter-title-slot Placeholder Carrier"/>
          <p:cNvSpPr txBox="1"/>
          <p:nvPr>
            <p:ph type="title"/>
          </p:nvPr>
        </p:nvSpPr>
        <p:spPr>
          <a:xfrm>
            <a:off x="609600" y="4457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leo"/>
                <a:ea typeface="Aleo"/>
                <a:cs typeface="Aleo"/>
              </a:rPr>
              <a:t>Chapter Title</a:t>
            </a:r>
          </a:p>
        </p:txBody>
      </p:sp>
      <p:sp>
        <p:nvSpPr>
          <p:cNvPr id="12" name="chapter-desc-slot Placeholder Carrier"/>
          <p:cNvSpPr txBox="1"/>
          <p:nvPr>
            <p:ph type="subTitle" idx="2"/>
          </p:nvPr>
        </p:nvSpPr>
        <p:spPr>
          <a:xfrm>
            <a:off x="609600" y="525780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C7C9C8"/>
                </a:solidFill>
                <a:latin typeface="Lato"/>
                <a:ea typeface="Lato"/>
                <a:cs typeface="Lato"/>
              </a:rPr>
              <a:t>Chapter Desc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icker-slot Placeholder Carrier"/>
          <p:cNvSpPr txBox="1"/>
          <p:nvPr>
            <p:ph type="body" idx="1"/>
          </p:nvPr>
        </p:nvSpPr>
        <p:spPr>
          <a:xfrm>
            <a:off x="457200" y="36195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0" b="1" spc="112" dirty="0">
                <a:solidFill>
                  <a:srgbClr val="F1563F"/>
                </a:solidFill>
                <a:latin typeface="Lato"/>
                <a:ea typeface="Lato"/>
                <a:cs typeface="Lato"/>
              </a:rPr>
              <a:t>Section Name</a:t>
            </a:r>
          </a:p>
        </p:txBody>
      </p:sp>
      <p:sp>
        <p:nvSpPr>
          <p:cNvPr id="5" name="page-title-slot Placeholder Carrier"/>
          <p:cNvSpPr txBox="1"/>
          <p:nvPr>
            <p:ph type="title"/>
          </p:nvPr>
        </p:nvSpPr>
        <p:spPr>
          <a:xfrm>
            <a:off x="457200" y="6096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002957"/>
                </a:solidFill>
                <a:latin typeface="Aleo"/>
                <a:ea typeface="Aleo"/>
                <a:cs typeface="Aleo"/>
              </a:rPr>
              <a:t>Page Title</a:t>
            </a:r>
          </a:p>
        </p:txBody>
      </p:sp>
      <p:sp>
        <p:nvSpPr>
          <p:cNvPr id="6" name="footer-num-slot Placeholder Carrier"/>
          <p:cNvSpPr txBox="1"/>
          <p:nvPr>
            <p:ph type="sldNum" idx="12"/>
          </p:nvPr>
        </p:nvSpPr>
        <p:spPr>
          <a:xfrm>
            <a:off x="457200" y="6534150"/>
            <a:ext cx="3429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050" dirty="0">
                <a:solidFill>
                  <a:srgbClr val="8094AB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7" name="footer-source-slot Placeholder Carrier"/>
          <p:cNvSpPr txBox="1"/>
          <p:nvPr>
            <p:ph type="body" idx="9"/>
          </p:nvPr>
        </p:nvSpPr>
        <p:spPr>
          <a:xfrm>
            <a:off x="838200" y="65341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8094AB"/>
                </a:solidFill>
                <a:latin typeface="Lato"/>
                <a:ea typeface="Lato"/>
                <a:cs typeface="Lato"/>
              </a:rPr>
              <a:t>Source</a:t>
            </a:r>
          </a:p>
        </p:txBody>
      </p:sp>
      <p:sp>
        <p:nvSpPr>
          <p:cNvPr id="8" name="footer-brand-slot Placeholder Carrier"/>
          <p:cNvSpPr txBox="1"/>
          <p:nvPr>
            <p:ph type="ftr" idx="11"/>
          </p:nvPr>
        </p:nvSpPr>
        <p:spPr>
          <a:xfrm>
            <a:off x="8382000" y="6534150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n-US" sz="1050" dirty="0">
                <a:solidFill>
                  <a:srgbClr val="8094AB"/>
                </a:solidFill>
                <a:latin typeface="Lato"/>
                <a:ea typeface="Lato"/>
                <a:cs typeface="Lato"/>
              </a:rPr>
              <a:t>JYU SINCE 1863.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ding-title-slot Placeholder Carrier"/>
          <p:cNvSpPr txBox="1"/>
          <p:nvPr>
            <p:ph type="title"/>
          </p:nvPr>
        </p:nvSpPr>
        <p:spPr>
          <a:xfrm>
            <a:off x="1333500" y="1943100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3150" b="1" dirty="0">
                <a:solidFill>
                  <a:srgbClr val="FFFFFF"/>
                </a:solidFill>
                <a:latin typeface="Aleo"/>
                <a:ea typeface="Aleo"/>
                <a:cs typeface="Aleo"/>
              </a:rPr>
              <a:t>Thank You</a:t>
            </a:r>
          </a:p>
        </p:txBody>
      </p:sp>
      <p:sp>
        <p:nvSpPr>
          <p:cNvPr id="9" name="ending-subtitle-slot Placeholder Carrier"/>
          <p:cNvSpPr txBox="1"/>
          <p:nvPr>
            <p:ph type="subTitle" idx="1"/>
          </p:nvPr>
        </p:nvSpPr>
        <p:spPr>
          <a:xfrm>
            <a:off x="1333500" y="257175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800" dirty="0">
                <a:solidFill>
                  <a:srgbClr val="C29A5B"/>
                </a:solidFill>
                <a:latin typeface="Lato"/>
                <a:ea typeface="Lato"/>
                <a:cs typeface="Lato"/>
              </a:rPr>
              <a:t>Ending Subtitle</a:t>
            </a:r>
          </a:p>
        </p:txBody>
      </p:sp>
      <p:sp>
        <p:nvSpPr>
          <p:cNvPr id="10" name="ending-presenter-slot Placeholder Carrier"/>
          <p:cNvSpPr txBox="1"/>
          <p:nvPr>
            <p:ph type="body" idx="2"/>
          </p:nvPr>
        </p:nvSpPr>
        <p:spPr>
          <a:xfrm>
            <a:off x="2286000" y="4991100"/>
            <a:ext cx="762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Author</a:t>
            </a:r>
          </a:p>
        </p:txBody>
      </p:sp>
      <p:sp>
        <p:nvSpPr>
          <p:cNvPr id="11" name="ending-affiliation-slot Placeholder Carrier"/>
          <p:cNvSpPr txBox="1"/>
          <p:nvPr>
            <p:ph type="body" idx="3"/>
          </p:nvPr>
        </p:nvSpPr>
        <p:spPr>
          <a:xfrm>
            <a:off x="1809750" y="537210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200" dirty="0">
                <a:solidFill>
                  <a:srgbClr val="C7C9C8"/>
                </a:solidFill>
                <a:latin typeface="Lato"/>
                <a:ea typeface="Lato"/>
                <a:cs typeface="Lato"/>
              </a:rPr>
              <a:t>Affiliation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YU Ligh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2026-09-19T09:46:11Z</dcterms:created>
  <dcterms:modified xsi:type="dcterms:W3CDTF">2026-09-19T09:46:11Z</dcterms:modified>
  <cp:category/>
  <cp:contentStatus/>
</cp:coreProperties>
</file>